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62" r:id="rId5"/>
    <p:sldId id="259" r:id="rId6"/>
    <p:sldId id="260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6B2DA-036A-6ADE-2B8F-1147952A2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C8FA1-7E74-0E05-982D-87B440D9E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13A4A-DE96-DDD3-7F51-69E78F591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266B-86B6-41AC-A1A8-44F2AF44377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E109B-1A07-6075-263A-93E737799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C0950-98B7-3FEE-57F7-B83F21DE2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166E-3D8E-4A84-A410-7F1AFE1ED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312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0DFE3-9365-BFBE-7036-C62AC19D5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843D0-FCF1-BFA0-685E-9FA54499F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ECDA1-3E53-EA00-05F0-4BBCB466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266B-86B6-41AC-A1A8-44F2AF44377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18550-CB11-0819-246C-52594AAB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32AAA-AFB0-CD1F-C25A-CAB488452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166E-3D8E-4A84-A410-7F1AFE1ED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549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40769-FE3B-167F-0F66-B818B2C97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E0E1D-6F56-766C-F3AE-719AC35D3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8776B-DA9A-A556-4C58-0FB404DFD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266B-86B6-41AC-A1A8-44F2AF44377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BA0B3-DFF5-AA3D-A114-2C189508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CC540-DE00-E2CF-90E0-1FAA1AA9F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166E-3D8E-4A84-A410-7F1AFE1ED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138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52CF-C818-AC0D-9CED-35C03EF5E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0022D-01F3-6D0A-9D3D-1FCE3D591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C8E842-319D-78DB-E9C3-AA0F8BD9B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AD5C5-97FE-8157-2CB7-86C555EC9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266B-86B6-41AC-A1A8-44F2AF44377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05D13-4476-A590-5FDD-C3D4CB519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1271E-BECE-1AEA-2306-F1984468A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166E-3D8E-4A84-A410-7F1AFE1ED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21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38FC6-C025-55B0-7813-05DB02FCA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2A7F9-D096-03C3-813E-3A607F526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DA406-2A4C-D288-9D1E-5BF4C244F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BA1E6F-0CCA-BFA4-0E6A-E733BEFC4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64EEC7-D202-46DE-3603-037469B7CE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05215D-D28A-6508-01BB-43DD79AFE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266B-86B6-41AC-A1A8-44F2AF44377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574827-C833-B99F-A4C3-DBB668031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72D62E-B3D4-2C34-F346-C7EAEA7C4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166E-3D8E-4A84-A410-7F1AFE1ED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649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F7742-38BE-4ECA-9C63-803878309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3A87B-0161-40D7-1F9A-5ADD4A839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266B-86B6-41AC-A1A8-44F2AF44377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D78DF6-6516-59BB-42DC-F54A48F86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6B16B6-13AF-7F00-BE47-298E5043A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166E-3D8E-4A84-A410-7F1AFE1ED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609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2606CC-3DB6-BD60-BC85-3FDFF1330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266B-86B6-41AC-A1A8-44F2AF44377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B42D3C-EE40-93C1-0659-CAECEBDB3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EF25E-5505-6573-9907-1811329C6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166E-3D8E-4A84-A410-7F1AFE1ED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748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3BF8A-D8F2-1FD0-14F8-295224F98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ECD58-1854-168F-4C6C-1E257A4B0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498149-F852-3D48-FCA6-A7A4894A4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E72A3C-5413-310A-5929-4373CEB11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266B-86B6-41AC-A1A8-44F2AF44377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46FD0-1EBC-B6F2-9F76-21E295EAD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48E41B-A5E0-DB87-286D-35D0D92E3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166E-3D8E-4A84-A410-7F1AFE1ED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390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AC6E9-FB6E-BD27-1963-C3047E84A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9F4901-02D7-479D-44C8-4C11AF7AA8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637327-3247-074E-E685-F9777FC4B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A59706-C2F6-38CF-26BE-7A40D86DC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266B-86B6-41AC-A1A8-44F2AF44377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AEAEC-9B92-ADD8-3535-A82CFB812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6FB07-68FB-64E5-1104-EF1CB8F82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166E-3D8E-4A84-A410-7F1AFE1ED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191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1EB7D-E9B5-B948-C90E-CEB5C49EF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2E5C4-3917-3177-9D3E-E1163AA97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19751-ED1D-720F-4270-0AEC91B6F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266B-86B6-41AC-A1A8-44F2AF44377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AA8DA-A62A-1B25-799F-39FF7793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9FFA3-9C7F-8103-2BDE-28CC8EBE5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166E-3D8E-4A84-A410-7F1AFE1ED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768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67D923-EF53-5FC6-1481-C291CFB4C8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0E8B5-4B97-FE68-ACCC-DE7A1C71C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59202-BDE3-33BD-D3DE-285532264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266B-86B6-41AC-A1A8-44F2AF44377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BAB6E-2662-0051-C018-0F0B3DE41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973B9-D222-4E77-3402-570D2C2D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166E-3D8E-4A84-A410-7F1AFE1ED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481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FBE5D-87B7-AC52-81D9-99EE4646A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EE5CB-F904-C9D2-B6D3-27B5125C3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CAA02-F7C8-F473-8B15-D7D73651B6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A266B-86B6-41AC-A1A8-44F2AF44377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73B98-0473-B18C-3061-2DAA556769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16935-D89D-0DB2-FE15-CC569C79A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B166E-3D8E-4A84-A410-7F1AFE1ED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126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758BB-F79D-146D-0631-EAFB9409D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0782"/>
            <a:ext cx="10515600" cy="2949575"/>
          </a:xfrm>
        </p:spPr>
        <p:txBody>
          <a:bodyPr>
            <a:normAutofit/>
          </a:bodyPr>
          <a:lstStyle/>
          <a:p>
            <a:r>
              <a:rPr lang="en-US" sz="4800" b="1" dirty="0"/>
              <a:t>          Title</a:t>
            </a:r>
            <a:r>
              <a:rPr lang="en-US" sz="4800" b="1" dirty="0">
                <a:solidFill>
                  <a:schemeClr val="accent1">
                    <a:lumMod val="75000"/>
                  </a:schemeClr>
                </a:solidFill>
              </a:rPr>
              <a:t>:  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Bootstrapping in Compilers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                </a:t>
            </a:r>
            <a:r>
              <a:rPr lang="en-IN" b="1" dirty="0">
                <a:solidFill>
                  <a:schemeClr val="accent2"/>
                </a:solidFill>
              </a:rPr>
              <a:t>CSA1407: COMPILER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50A40-69F3-2ECC-BD21-159CFDAC7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014" y="5117231"/>
            <a:ext cx="4762500" cy="14795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u="sng" dirty="0"/>
              <a:t>Presented by:</a:t>
            </a:r>
          </a:p>
          <a:p>
            <a:pPr marL="0" indent="0">
              <a:buNone/>
            </a:pPr>
            <a:r>
              <a:rPr lang="en-US" dirty="0" err="1"/>
              <a:t>P.Pallavi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192525448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822B4B-D112-9F85-F3E7-D03338FED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940" y="146087"/>
            <a:ext cx="10253133" cy="15946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5FDEE7-F88A-809A-CD6E-1B6E35931532}"/>
              </a:ext>
            </a:extLst>
          </p:cNvPr>
          <p:cNvSpPr txBox="1"/>
          <p:nvPr/>
        </p:nvSpPr>
        <p:spPr>
          <a:xfrm>
            <a:off x="457200" y="5176157"/>
            <a:ext cx="40658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Guided by:</a:t>
            </a:r>
          </a:p>
          <a:p>
            <a:r>
              <a:rPr lang="en-US" sz="3200" dirty="0" err="1"/>
              <a:t>Dr.N.Deepa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523921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DFAC6-CDEF-B891-4669-E77DDA506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u="sng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539B8-C14E-CE93-509F-743D94911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600" dirty="0"/>
              <a:t>Bootstrapping is the process of developing a compiler using the same programming language that the compiler is intended to compile. </a:t>
            </a:r>
          </a:p>
          <a:p>
            <a:r>
              <a:rPr lang="en-IN" sz="3600" dirty="0"/>
              <a:t>It allows a compiler to compile newer versions of itself. </a:t>
            </a:r>
          </a:p>
          <a:p>
            <a:r>
              <a:rPr lang="en-IN" sz="3600" dirty="0"/>
              <a:t>It is an important technique used in modern compiler development. </a:t>
            </a:r>
          </a:p>
          <a:p>
            <a:r>
              <a:rPr lang="en-IN" sz="3600" b="1" dirty="0"/>
              <a:t>Example:</a:t>
            </a:r>
            <a:r>
              <a:rPr lang="en-IN" sz="3600" dirty="0"/>
              <a:t> A C compiler written in 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8077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4D800-9D0A-BA57-2852-74BD07B01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u="sng" dirty="0"/>
              <a:t>Core Concepts: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329D5-8284-6038-2F8F-B892246D6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sng" dirty="0"/>
              <a:t>Compiler in Same Language</a:t>
            </a:r>
            <a:endParaRPr lang="en-IN" u="sng" dirty="0"/>
          </a:p>
          <a:p>
            <a:r>
              <a:rPr lang="en-IN" dirty="0"/>
              <a:t>Compiler is written using the language it compiles. </a:t>
            </a:r>
          </a:p>
          <a:p>
            <a:r>
              <a:rPr lang="en-IN" dirty="0"/>
              <a:t>Easier to develop and maintain.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u="sng" dirty="0"/>
              <a:t>Self-Hosting</a:t>
            </a:r>
            <a:endParaRPr lang="en-IN" u="sng" dirty="0"/>
          </a:p>
          <a:p>
            <a:r>
              <a:rPr lang="en-IN" dirty="0"/>
              <a:t>Compiler compiles its own source code. </a:t>
            </a:r>
          </a:p>
          <a:p>
            <a:r>
              <a:rPr lang="en-IN" dirty="0"/>
              <a:t>Enables continuous improvement.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4126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FEB-3C6A-A82F-A58F-703D34E4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3600"/>
            <a:ext cx="9971314" cy="1160406"/>
          </a:xfrm>
        </p:spPr>
        <p:txBody>
          <a:bodyPr/>
          <a:lstStyle/>
          <a:p>
            <a:r>
              <a:rPr lang="en-US" dirty="0"/>
              <a:t>WORKING OF BOOTSTRAPPING: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4867647-5BD0-898D-3335-E4F317C36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286" y="3904400"/>
            <a:ext cx="6591300" cy="29328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600CD5-AF21-FE1A-E48C-29CB72241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07" y="365124"/>
            <a:ext cx="6738257" cy="258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399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16CF9-3CE8-F820-08C7-E909B5DC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u="sng" dirty="0"/>
              <a:t>Advantages:</a:t>
            </a:r>
            <a:endParaRPr lang="en-IN" sz="60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1D3B6-3B0B-FFA3-6F9E-8F9DD33F6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sng" dirty="0"/>
              <a:t>Portability</a:t>
            </a:r>
            <a:endParaRPr lang="en-IN" u="sng" dirty="0"/>
          </a:p>
          <a:p>
            <a:r>
              <a:rPr lang="en-IN" dirty="0"/>
              <a:t>Easy to adapt to different platforms. </a:t>
            </a:r>
          </a:p>
          <a:p>
            <a:r>
              <a:rPr lang="en-IN" dirty="0"/>
              <a:t>Requires minimal changes. </a:t>
            </a:r>
          </a:p>
          <a:p>
            <a:r>
              <a:rPr lang="en-IN" b="1" u="sng" dirty="0"/>
              <a:t>Modern Usage</a:t>
            </a:r>
            <a:endParaRPr lang="en-IN" u="sng" dirty="0"/>
          </a:p>
          <a:p>
            <a:r>
              <a:rPr lang="en-IN" dirty="0"/>
              <a:t>Used in advanced compiler development. </a:t>
            </a:r>
          </a:p>
          <a:p>
            <a:r>
              <a:rPr lang="en-IN" dirty="0"/>
              <a:t>Supports new features and optimizations.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8497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35D1B-47F8-14CF-B655-97ADDACE0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u="sng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A64E0-8A2E-8958-3BB3-CEE84AA48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" y="1690688"/>
            <a:ext cx="10515600" cy="4351338"/>
          </a:xfrm>
        </p:spPr>
        <p:txBody>
          <a:bodyPr/>
          <a:lstStyle/>
          <a:p>
            <a:r>
              <a:rPr lang="en-IN" sz="3600" dirty="0"/>
              <a:t>Compiler can compile itself. </a:t>
            </a:r>
          </a:p>
          <a:p>
            <a:r>
              <a:rPr lang="en-IN" sz="3600" dirty="0"/>
              <a:t>   Supports portability and </a:t>
            </a:r>
          </a:p>
          <a:p>
            <a:pPr marL="0" indent="0">
              <a:buNone/>
            </a:pPr>
            <a:r>
              <a:rPr lang="en-IN" sz="3600" dirty="0"/>
              <a:t>self-hosting. </a:t>
            </a:r>
          </a:p>
          <a:p>
            <a:r>
              <a:rPr lang="en-IN" sz="3600" dirty="0"/>
              <a:t>      Powerful technique in </a:t>
            </a:r>
          </a:p>
          <a:p>
            <a:r>
              <a:rPr lang="en-IN" sz="3600" dirty="0"/>
              <a:t>modern compiler design.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841B58-DF50-804E-600C-955A897DA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415" y="1237609"/>
            <a:ext cx="6754585" cy="494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416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A8C16-EA3F-7BAF-40C1-0E33FB7FE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0F3CCFB-8C2F-3705-B03A-D97E67C5FF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825625"/>
            <a:ext cx="368915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731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169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          Title:   Bootstrapping in Compilers                   CSA1407: COMPILER DESIGN</vt:lpstr>
      <vt:lpstr>Introduction:</vt:lpstr>
      <vt:lpstr>Core Concepts:</vt:lpstr>
      <vt:lpstr>WORKING OF BOOTSTRAPPING:</vt:lpstr>
      <vt:lpstr>Advantages:</vt:lpstr>
      <vt:lpstr>Conclusion: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Pallavi Purini</dc:creator>
  <cp:lastModifiedBy>Pallavi Purini</cp:lastModifiedBy>
  <cp:revision>4</cp:revision>
  <dcterms:created xsi:type="dcterms:W3CDTF">2026-07-28T02:54:53Z</dcterms:created>
  <dcterms:modified xsi:type="dcterms:W3CDTF">2026-07-28T06:25:19Z</dcterms:modified>
</cp:coreProperties>
</file>